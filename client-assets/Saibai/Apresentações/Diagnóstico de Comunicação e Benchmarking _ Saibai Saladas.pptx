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nton"/>
      <p:regular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Inter Extra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font" Target="fonts/Anton-regular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Light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ExtraLight-italic.fntdata"/><Relationship Id="rId27" Type="http://schemas.openxmlformats.org/officeDocument/2006/relationships/font" Target="fonts/InterExtra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3f2fd0e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63f2fd0e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3f2fd0e6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3f2fd0e6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3f2fd0e69_0_3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3f2fd0e69_0_3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c608775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c608775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c608775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c608775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c6087759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c6087759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c6087759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ac6087759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c608775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ac608775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c6087759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ac6087759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c6087759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c608775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ac6087759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ac6087759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3f2fd0e6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3f2fd0e6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92e5d932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92e5d932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2e5d932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2e5d932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92e5d932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92e5d932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DIAGNÓSTICO</a:t>
            </a:r>
            <a:b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</a:b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DE COMUNICAÇÃO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E BENCHMARKING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Saibai Saladas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51" y="4136521"/>
            <a:ext cx="1156899" cy="3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/>
        </p:nvSpPr>
        <p:spPr>
          <a:xfrm>
            <a:off x="449425" y="1632909"/>
            <a:ext cx="3648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ANÁLISE DE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CRIATIVOS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62" name="Google Shape;6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38" y="4306421"/>
            <a:ext cx="1156899" cy="3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571175" y="354300"/>
            <a:ext cx="36480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E PLANEJAMENTO DE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MARKETING E VENDAS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CRIATIVOS DE CONTEÚDO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675" y="983200"/>
            <a:ext cx="2853799" cy="35528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3759750" y="1189563"/>
            <a:ext cx="4198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É interessante fazer com que esse criativo deixe de ser uma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imagem estática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e passe a se tornar um vídeo: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Apresentar de forma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mais forte os benefícios da Saibai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Mostrar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takes reais da produção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colheita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das  terras onde estão sendo cultivadas as alcachofras e hortaliças.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Reforçar visualmente o nosso diferencial de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origem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qualidade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cuidado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Usar o material em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campanhas de tráfego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para atrair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leads mais qualificados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que valorizam saber de onde vem o alimento.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878500" y="4254688"/>
            <a:ext cx="419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Sugestão de gancho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“A Saibai é a escolha certa porque…”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CRIATIVOS DE CONTEÚDO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802850" y="886138"/>
            <a:ext cx="4198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ideia de trazer conteúdos educativos torna o perfil mais atrativo e algo que o público deseje consumir verdadeiramente.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podemos implementar no perfil da Saibai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“Você sabe o que o seu cliente está comendo?” - trazer autoridade para a Saibai, falando sobre a qualidade dos produtos.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“O guia prático para escolher a MELHOR Alcachofra”. - Ensinar o cliente a escolher melhor e comprar melhor, usando a Saibai como solução.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“O que destaca a Saibai dos outros produtores?” - Explicar a diferença e destacar a qualidade sem criticar o trabalho dos produtores.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●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“Já parou para pensar na qualidade das Alcachofras que você vende?”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375" y="1008849"/>
            <a:ext cx="2912150" cy="36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CRIATIVOS DE CONTEÚDO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816650" y="1094088"/>
            <a:ext cx="4198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Dar mais ênfase para a questão da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Safra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já que é o período ideal de plantio e colheita de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produtos frescos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e de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qualidade.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podemos implementar no perfil da Saibai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“Você pode perder o período MAIS importante do ano para colher suas Alcachofras 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Hortaliças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FRESCAS.”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“A Safra está no AUGE. Esse é o momento de plantio e colher os MELHORES PRODUTOS para o seu cliente.”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“O período da Safra começou e essa é a chance de oferecer um cardápio digital de saladas de qualidade para o seu cliente.”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150" y="996913"/>
            <a:ext cx="2925976" cy="3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CRIATIVOS CAMPEÕES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675" y="1013600"/>
            <a:ext cx="2277175" cy="303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5850" y="998161"/>
            <a:ext cx="2277175" cy="306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88026" y="1009400"/>
            <a:ext cx="2277175" cy="30390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24650" y="4119300"/>
            <a:ext cx="23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Gera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desejo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traz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urgência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para a compra de Alcachofras.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2876838" y="4119300"/>
            <a:ext cx="239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Tira-dúvidas 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educa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público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sobre as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entregas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de Alcachofras.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5388025" y="4119300"/>
            <a:ext cx="260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Mais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dinamismo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 o tema, associando aos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produtos Saibai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449425" y="1632900"/>
            <a:ext cx="4188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ANÁLISE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DE SITE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38" y="4306421"/>
            <a:ext cx="1156899" cy="3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571175" y="354300"/>
            <a:ext cx="36480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E PLANEJAMENTO DE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MARKETING E VENDAS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952850" y="3843875"/>
            <a:ext cx="600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hook inicial é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interessante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passa bastante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credibilidade.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Manter esse título coloca a Saibai no lugar de ser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referência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no ramo de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Produção Rural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650" y="995025"/>
            <a:ext cx="7315749" cy="26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PROVA SOCIAL E PARCEIROS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935950" y="3467575"/>
            <a:ext cx="600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Esta dobra sobre os clientes precisa estar localizado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mais à cima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para que o cliente se sinta mais confiante ao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comprar os produtos da Saibai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Quando o cliente encontra os principais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parceiros da marca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indiretamente, ele deseja estar nessa lista, comprando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qualidade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frescor.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100" y="1036425"/>
            <a:ext cx="7729875" cy="21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353925" y="209925"/>
            <a:ext cx="485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PÚBLICO DIRECIONADO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935950" y="3467575"/>
            <a:ext cx="600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site está, na maior parte, direcionando ao público do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nicho restaurantes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Precisamos abordar todos os nossos públicos para que o cliente se sinta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incluso dentro do site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Ou, a sugestão seria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uma LP/site para cada uma das personas.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150" y="905013"/>
            <a:ext cx="6007144" cy="25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449425" y="1632900"/>
            <a:ext cx="4395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ANÁLISE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BENCHMARKING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38" y="4306421"/>
            <a:ext cx="1156899" cy="3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/>
          <p:nvPr/>
        </p:nvSpPr>
        <p:spPr>
          <a:xfrm>
            <a:off x="571175" y="354300"/>
            <a:ext cx="36480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E PLANEJAMENTO DE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MARKETING E VENDAS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353925" y="36177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BENCHMARKING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353925" y="956375"/>
            <a:ext cx="29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Ocean Mist Farms (EUA)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7700" y="485025"/>
            <a:ext cx="1614925" cy="6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7600" y="1326613"/>
            <a:ext cx="1910000" cy="25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2050" y="1331327"/>
            <a:ext cx="1910000" cy="254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6500" y="1326627"/>
            <a:ext cx="1910000" cy="25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1349350" y="4003500"/>
            <a:ext cx="615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Os conteúdos são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limpos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muito bem selecionados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Além disso, seguem 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dinamismo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ao tema, como citado na análise de criativos. Muitas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collabs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são feitas e diferentes formas de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explorar as alcachofras são produzidas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 txBox="1"/>
          <p:nvPr/>
        </p:nvSpPr>
        <p:spPr>
          <a:xfrm>
            <a:off x="353925" y="36177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BENCHMARKING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353925" y="956375"/>
            <a:ext cx="41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Florette (Europa – saladas prontas &amp; fresh cut)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831875" y="378875"/>
            <a:ext cx="1391400" cy="87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4228" y="378875"/>
            <a:ext cx="1366697" cy="8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5324" y="1406500"/>
            <a:ext cx="1897100" cy="25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9425" y="1400700"/>
            <a:ext cx="1897100" cy="252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73525" y="1372797"/>
            <a:ext cx="1897100" cy="25481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1349350" y="4003500"/>
            <a:ext cx="615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é o ponto alto e diferencial da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Florette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Os conteúdos são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dinâmicos e geram entretenimento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Além disso, estimulam o engajamento porque sabem se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conectar bem com o público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Podemos explorar demais temas.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/>
        </p:nvSpPr>
        <p:spPr>
          <a:xfrm>
            <a:off x="353925" y="36177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BENCHMARKING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353925" y="956375"/>
            <a:ext cx="41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Raízs (São Paulo) — E-grocery Orgânico Premium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6831875" y="378875"/>
            <a:ext cx="1391400" cy="87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0600" y="207200"/>
            <a:ext cx="1213950" cy="1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8675" y="1421150"/>
            <a:ext cx="1884600" cy="25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09200" y="1421150"/>
            <a:ext cx="1884600" cy="2550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37900" y="1421150"/>
            <a:ext cx="1884600" cy="255015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1173800" y="4066800"/>
            <a:ext cx="615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Focam na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QUALIDADE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do produto por meio do termo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“porn food”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Raizs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faz com que os produtos sejam irresistíveis aos olhos do público, deixando claro aos olhos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todo o frescor das saladas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353925" y="36177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BENCHMARKING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353925" y="956375"/>
            <a:ext cx="41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Korin Alimentos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6831875" y="378875"/>
            <a:ext cx="1391400" cy="87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6100" y="417750"/>
            <a:ext cx="942950" cy="79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50" y="1423850"/>
            <a:ext cx="1914175" cy="25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9422" y="1409725"/>
            <a:ext cx="1914175" cy="257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70199" y="1409713"/>
            <a:ext cx="1914175" cy="257107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694813" y="4141025"/>
            <a:ext cx="716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foco principal dos conteúdos são é 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educação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Dentre dicas, receitas e conselhos, se conectam com o público por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darem a opção de escolha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e destravar as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ideias do público-alvo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